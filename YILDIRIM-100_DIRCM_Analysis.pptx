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YILDIRIM-100 DIRCM System:</a:t>
            </a:r>
          </a:p>
          <a:p>
            <a:r>
              <a:t>Upgrade Timeline &amp;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ASELSAN Airborne Protection Technologies</a:t>
            </a:r>
          </a:p>
          <a:p>
            <a:r>
              <a:t>Presenter Name  • 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MANPADS threat to low-slow platforms</a:t>
            </a:r>
          </a:p>
          <a:p>
            <a:pPr/>
            <a:r>
              <a:t>Role of DIRCM in modern air defense</a:t>
            </a:r>
          </a:p>
          <a:p>
            <a:pPr/>
            <a:r>
              <a:t>Key metrics: detection, tracking, interruption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YILDIRIM-100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Dual-turret design for 360° coverage</a:t>
            </a:r>
          </a:p>
          <a:p>
            <a:pPr/>
            <a:r>
              <a:t>Precision Tracking Unit &amp; Laser Unit</a:t>
            </a:r>
          </a:p>
          <a:p>
            <a:pPr/>
            <a:r>
              <a:t>Multi-band high-power lasers (1.54 µm &amp; 0.905 µm)</a:t>
            </a:r>
          </a:p>
          <a:p>
            <a:pPr/>
            <a:r>
              <a:t>Integrated Control Unit with threat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Initial Feature Reveal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June 7,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Revealed dual-turret DIRCM &amp; multi-band lasers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IDEF 2023 Exhibition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July 15,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First live showcase at IDEF Istanbul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YILDIRIM-300 Announcement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June 7,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Enhanced variant for TAI KAAN fighter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Live-Fire Test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July 5,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Demonstrated IR-guided missile defeat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Scenarios &amp; Engagement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Common MANPADS: SA-7, FIM-92 Stinger</a:t>
            </a:r>
          </a:p>
          <a:p>
            <a:pPr/>
            <a:r>
              <a:t>Altitude: 0–3,500 m • Range: 500–6,000 m</a:t>
            </a:r>
          </a:p>
          <a:p>
            <a:pPr/>
            <a:r>
              <a:t>Phases: Boost → Mid-course → Terminal IR lock</a:t>
            </a:r>
          </a:p>
          <a:p>
            <a:pPr/>
            <a:r>
              <a:t>Impact on transports &amp; helicopters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YILDIRIM-100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[IRST Sensor] → Precision Tracking Unit → Control Unit → Laser Unit</a:t>
            </a:r>
          </a:p>
          <a:p>
            <a:pPr/>
            <a:r>
              <a:t>EO/IR fusion, dual-turret 360° coverage</a:t>
            </a:r>
          </a:p>
          <a:p>
            <a:pPr/>
            <a:r>
              <a:t>Modular LRU design for ease of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Laser Unit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Wavelengths: 1.54 µm &amp; 0.905 µm</a:t>
            </a:r>
          </a:p>
          <a:p>
            <a:pPr/>
            <a:r>
              <a:t>Beam power: &gt;50 W/turret • Divergence &lt;1 mrad</a:t>
            </a:r>
          </a:p>
          <a:p>
            <a:pPr/>
            <a:r>
              <a:t>Jitter control &lt;0.1 mrad • Liquid-cooled thermal 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 Tracking Unit (PTU)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Stabilization accuracy: 0.01°</a:t>
            </a:r>
          </a:p>
          <a:p>
            <a:pPr/>
            <a:r>
              <a:t>Acquisition &lt;0.5 s</a:t>
            </a:r>
          </a:p>
          <a:p>
            <a:pPr/>
            <a:r>
              <a:t>Kalman-filtered IR centroid &amp; EO/IR fusion</a:t>
            </a:r>
          </a:p>
          <a:p>
            <a:pPr/>
            <a:r>
              <a:t>Built-in test &amp; alignment routines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Unit &amp; Algorithmic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Library of 15+ MANPADS signatures</a:t>
            </a:r>
          </a:p>
          <a:p>
            <a:pPr/>
            <a:r>
              <a:t>Flow: Detect → Classify → Engage → Null seeker</a:t>
            </a:r>
          </a:p>
          <a:p>
            <a:pPr/>
            <a:r>
              <a:t>Adaptive power modulation per seeker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&amp;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Detection probability: 0.98</a:t>
            </a:r>
          </a:p>
          <a:p>
            <a:pPr/>
            <a:r>
              <a:t>False alarm rate: 10⁻⁶/s</a:t>
            </a:r>
          </a:p>
          <a:p>
            <a:pPr/>
            <a:r>
              <a:t>Interruption time: &lt;0.2 s</a:t>
            </a:r>
          </a:p>
          <a:p>
            <a:pPr/>
            <a:r>
              <a:t>Handles up to 3 simultaneous threats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Latency: &lt;20 ms vs peers’ 35–50 ms</a:t>
            </a:r>
          </a:p>
          <a:p>
            <a:pPr/>
            <a:r>
              <a:t>Weight: 45 kg vs 50–60 kg</a:t>
            </a:r>
          </a:p>
          <a:p>
            <a:pPr/>
            <a:r>
              <a:t>Dual-band lasers vs single-band competitors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Integration (TAI KAAN)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Fuselage hardpoint, 4-bolt flange</a:t>
            </a:r>
          </a:p>
          <a:p>
            <a:pPr/>
            <a:r>
              <a:t>Power: 28 VDC, 3 kW peak • MIL-STD-1553B/Ethernet</a:t>
            </a:r>
          </a:p>
          <a:p>
            <a:pPr/>
            <a:r>
              <a:t>Flight envelope: Mach 0.3–0.9, 50–12,000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&amp; 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Lab: vibration/thermal/humidity tests</a:t>
            </a:r>
          </a:p>
          <a:p>
            <a:pPr/>
            <a:r>
              <a:t>Chamber: seeker simulation</a:t>
            </a:r>
          </a:p>
          <a:p>
            <a:pPr/>
            <a:r>
              <a:t>Live-fire: static → captive → full-mission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 &amp; R&amp;D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YILDIRIM-400: SWIR channel + AI prediction</a:t>
            </a:r>
          </a:p>
          <a:p>
            <a:pPr/>
            <a:r>
              <a:t>UAV pod variant &lt;25 kg</a:t>
            </a:r>
          </a:p>
          <a:p>
            <a:pPr/>
            <a:r>
              <a:t>UV decoy integration &amp; networked DIRCM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Missile approach schematic</a:t>
            </a:r>
          </a:p>
          <a:p>
            <a:pPr/>
            <a:r>
              <a:t>IR signature vs laser sequence</a:t>
            </a:r>
          </a:p>
          <a:p>
            <a:pPr/>
            <a:r>
              <a:t>Timeline: Launch → Acquisition → Nulling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Meets low-slow platform protection needs</a:t>
            </a:r>
          </a:p>
          <a:p>
            <a:pPr/>
            <a:r>
              <a:t>Edge in latency, weight &amp; seeker defeat</a:t>
            </a:r>
          </a:p>
          <a:p>
            <a:pPr/>
            <a:r>
              <a:t>Fielding: transports, helos → full-rate prod.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